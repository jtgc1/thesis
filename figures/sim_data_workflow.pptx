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</p:sldIdLst>
  <p:sldSz cx="36576000" cy="20574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6480" userDrawn="1">
          <p15:clr>
            <a:srgbClr val="A4A3A4"/>
          </p15:clr>
        </p15:guide>
        <p15:guide id="2" pos="115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26" autoAdjust="0"/>
    <p:restoredTop sz="94660"/>
  </p:normalViewPr>
  <p:slideViewPr>
    <p:cSldViewPr snapToGrid="0" showGuides="1">
      <p:cViewPr>
        <p:scale>
          <a:sx n="50" d="100"/>
          <a:sy n="50" d="100"/>
        </p:scale>
        <p:origin x="36" y="-924"/>
      </p:cViewPr>
      <p:guideLst>
        <p:guide orient="horz" pos="6480"/>
        <p:guide pos="1152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0" y="3367089"/>
            <a:ext cx="27432000" cy="7162800"/>
          </a:xfrm>
        </p:spPr>
        <p:txBody>
          <a:bodyPr anchor="b"/>
          <a:lstStyle>
            <a:lvl1pPr algn="ctr">
              <a:defRPr sz="18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2000" y="10806114"/>
            <a:ext cx="27432000" cy="4967286"/>
          </a:xfrm>
        </p:spPr>
        <p:txBody>
          <a:bodyPr/>
          <a:lstStyle>
            <a:lvl1pPr marL="0" indent="0" algn="ctr">
              <a:buNone/>
              <a:defRPr sz="7200"/>
            </a:lvl1pPr>
            <a:lvl2pPr marL="1371600" indent="0" algn="ctr">
              <a:buNone/>
              <a:defRPr sz="6000"/>
            </a:lvl2pPr>
            <a:lvl3pPr marL="2743200" indent="0" algn="ctr">
              <a:buNone/>
              <a:defRPr sz="5400"/>
            </a:lvl3pPr>
            <a:lvl4pPr marL="4114800" indent="0" algn="ctr">
              <a:buNone/>
              <a:defRPr sz="4800"/>
            </a:lvl4pPr>
            <a:lvl5pPr marL="5486400" indent="0" algn="ctr">
              <a:buNone/>
              <a:defRPr sz="4800"/>
            </a:lvl5pPr>
            <a:lvl6pPr marL="6858000" indent="0" algn="ctr">
              <a:buNone/>
              <a:defRPr sz="4800"/>
            </a:lvl6pPr>
            <a:lvl7pPr marL="8229600" indent="0" algn="ctr">
              <a:buNone/>
              <a:defRPr sz="4800"/>
            </a:lvl7pPr>
            <a:lvl8pPr marL="9601200" indent="0" algn="ctr">
              <a:buNone/>
              <a:defRPr sz="4800"/>
            </a:lvl8pPr>
            <a:lvl9pPr marL="10972800" indent="0" algn="ctr">
              <a:buNone/>
              <a:defRPr sz="4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7B991E-6972-43E0-A382-22888D1CCB17}" type="datetimeFigureOut">
              <a:rPr lang="en-CA" smtClean="0"/>
              <a:t>2026-06-25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EA339C-FF2E-4E0F-8FDB-6831AFA1889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5073062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7B991E-6972-43E0-A382-22888D1CCB17}" type="datetimeFigureOut">
              <a:rPr lang="en-CA" smtClean="0"/>
              <a:t>2026-06-25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EA339C-FF2E-4E0F-8FDB-6831AFA1889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9200728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95550" y="5129216"/>
            <a:ext cx="31546800" cy="8558211"/>
          </a:xfrm>
        </p:spPr>
        <p:txBody>
          <a:bodyPr anchor="b"/>
          <a:lstStyle>
            <a:lvl1pPr>
              <a:defRPr sz="18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495550" y="13768391"/>
            <a:ext cx="31546800" cy="4500561"/>
          </a:xfrm>
        </p:spPr>
        <p:txBody>
          <a:bodyPr/>
          <a:lstStyle>
            <a:lvl1pPr marL="0" indent="0">
              <a:buNone/>
              <a:defRPr sz="7200">
                <a:solidFill>
                  <a:schemeClr val="tx1">
                    <a:tint val="82000"/>
                  </a:schemeClr>
                </a:solidFill>
              </a:defRPr>
            </a:lvl1pPr>
            <a:lvl2pPr marL="1371600" indent="0">
              <a:buNone/>
              <a:defRPr sz="6000">
                <a:solidFill>
                  <a:schemeClr val="tx1">
                    <a:tint val="82000"/>
                  </a:schemeClr>
                </a:solidFill>
              </a:defRPr>
            </a:lvl2pPr>
            <a:lvl3pPr marL="2743200" indent="0">
              <a:buNone/>
              <a:defRPr sz="5400">
                <a:solidFill>
                  <a:schemeClr val="tx1">
                    <a:tint val="82000"/>
                  </a:schemeClr>
                </a:solidFill>
              </a:defRPr>
            </a:lvl3pPr>
            <a:lvl4pPr marL="4114800" indent="0">
              <a:buNone/>
              <a:defRPr sz="4800">
                <a:solidFill>
                  <a:schemeClr val="tx1">
                    <a:tint val="82000"/>
                  </a:schemeClr>
                </a:solidFill>
              </a:defRPr>
            </a:lvl4pPr>
            <a:lvl5pPr marL="5486400" indent="0">
              <a:buNone/>
              <a:defRPr sz="4800">
                <a:solidFill>
                  <a:schemeClr val="tx1">
                    <a:tint val="82000"/>
                  </a:schemeClr>
                </a:solidFill>
              </a:defRPr>
            </a:lvl5pPr>
            <a:lvl6pPr marL="6858000" indent="0">
              <a:buNone/>
              <a:defRPr sz="4800">
                <a:solidFill>
                  <a:schemeClr val="tx1">
                    <a:tint val="82000"/>
                  </a:schemeClr>
                </a:solidFill>
              </a:defRPr>
            </a:lvl6pPr>
            <a:lvl7pPr marL="8229600" indent="0">
              <a:buNone/>
              <a:defRPr sz="4800">
                <a:solidFill>
                  <a:schemeClr val="tx1">
                    <a:tint val="82000"/>
                  </a:schemeClr>
                </a:solidFill>
              </a:defRPr>
            </a:lvl7pPr>
            <a:lvl8pPr marL="9601200" indent="0">
              <a:buNone/>
              <a:defRPr sz="4800">
                <a:solidFill>
                  <a:schemeClr val="tx1">
                    <a:tint val="82000"/>
                  </a:schemeClr>
                </a:solidFill>
              </a:defRPr>
            </a:lvl8pPr>
            <a:lvl9pPr marL="10972800" indent="0">
              <a:buNone/>
              <a:defRPr sz="48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7B991E-6972-43E0-A382-22888D1CCB17}" type="datetimeFigureOut">
              <a:rPr lang="en-CA" smtClean="0"/>
              <a:t>2026-06-25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EA339C-FF2E-4E0F-8FDB-6831AFA1889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1266542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14600" y="5476875"/>
            <a:ext cx="15544800" cy="130540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8516600" y="5476875"/>
            <a:ext cx="15544800" cy="130540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7B991E-6972-43E0-A382-22888D1CCB17}" type="datetimeFigureOut">
              <a:rPr lang="en-CA" smtClean="0"/>
              <a:t>2026-06-25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EA339C-FF2E-4E0F-8FDB-6831AFA1889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9947955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9364" y="1095377"/>
            <a:ext cx="31546800" cy="397668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19366" y="5043489"/>
            <a:ext cx="15473361" cy="2471736"/>
          </a:xfrm>
        </p:spPr>
        <p:txBody>
          <a:bodyPr anchor="b"/>
          <a:lstStyle>
            <a:lvl1pPr marL="0" indent="0">
              <a:buNone/>
              <a:defRPr sz="7200" b="1"/>
            </a:lvl1pPr>
            <a:lvl2pPr marL="1371600" indent="0">
              <a:buNone/>
              <a:defRPr sz="6000" b="1"/>
            </a:lvl2pPr>
            <a:lvl3pPr marL="2743200" indent="0">
              <a:buNone/>
              <a:defRPr sz="5400" b="1"/>
            </a:lvl3pPr>
            <a:lvl4pPr marL="4114800" indent="0">
              <a:buNone/>
              <a:defRPr sz="4800" b="1"/>
            </a:lvl4pPr>
            <a:lvl5pPr marL="5486400" indent="0">
              <a:buNone/>
              <a:defRPr sz="4800" b="1"/>
            </a:lvl5pPr>
            <a:lvl6pPr marL="6858000" indent="0">
              <a:buNone/>
              <a:defRPr sz="4800" b="1"/>
            </a:lvl6pPr>
            <a:lvl7pPr marL="8229600" indent="0">
              <a:buNone/>
              <a:defRPr sz="4800" b="1"/>
            </a:lvl7pPr>
            <a:lvl8pPr marL="9601200" indent="0">
              <a:buNone/>
              <a:defRPr sz="4800" b="1"/>
            </a:lvl8pPr>
            <a:lvl9pPr marL="10972800" indent="0">
              <a:buNone/>
              <a:defRPr sz="48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19366" y="7515225"/>
            <a:ext cx="15473361" cy="1105376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8516600" y="5043489"/>
            <a:ext cx="15549564" cy="2471736"/>
          </a:xfrm>
        </p:spPr>
        <p:txBody>
          <a:bodyPr anchor="b"/>
          <a:lstStyle>
            <a:lvl1pPr marL="0" indent="0">
              <a:buNone/>
              <a:defRPr sz="7200" b="1"/>
            </a:lvl1pPr>
            <a:lvl2pPr marL="1371600" indent="0">
              <a:buNone/>
              <a:defRPr sz="6000" b="1"/>
            </a:lvl2pPr>
            <a:lvl3pPr marL="2743200" indent="0">
              <a:buNone/>
              <a:defRPr sz="5400" b="1"/>
            </a:lvl3pPr>
            <a:lvl4pPr marL="4114800" indent="0">
              <a:buNone/>
              <a:defRPr sz="4800" b="1"/>
            </a:lvl4pPr>
            <a:lvl5pPr marL="5486400" indent="0">
              <a:buNone/>
              <a:defRPr sz="4800" b="1"/>
            </a:lvl5pPr>
            <a:lvl6pPr marL="6858000" indent="0">
              <a:buNone/>
              <a:defRPr sz="4800" b="1"/>
            </a:lvl6pPr>
            <a:lvl7pPr marL="8229600" indent="0">
              <a:buNone/>
              <a:defRPr sz="4800" b="1"/>
            </a:lvl7pPr>
            <a:lvl8pPr marL="9601200" indent="0">
              <a:buNone/>
              <a:defRPr sz="4800" b="1"/>
            </a:lvl8pPr>
            <a:lvl9pPr marL="10972800" indent="0">
              <a:buNone/>
              <a:defRPr sz="48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8516600" y="7515225"/>
            <a:ext cx="15549564" cy="1105376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7B991E-6972-43E0-A382-22888D1CCB17}" type="datetimeFigureOut">
              <a:rPr lang="en-CA" smtClean="0"/>
              <a:t>2026-06-25</a:t>
            </a:fld>
            <a:endParaRPr lang="en-C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EA339C-FF2E-4E0F-8FDB-6831AFA1889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0293641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7B991E-6972-43E0-A382-22888D1CCB17}" type="datetimeFigureOut">
              <a:rPr lang="en-CA" smtClean="0"/>
              <a:t>2026-06-25</a:t>
            </a:fld>
            <a:endParaRPr lang="en-C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EA339C-FF2E-4E0F-8FDB-6831AFA1889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5428840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7B991E-6972-43E0-A382-22888D1CCB17}" type="datetimeFigureOut">
              <a:rPr lang="en-CA" smtClean="0"/>
              <a:t>2026-06-25</a:t>
            </a:fld>
            <a:endParaRPr lang="en-CA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EA339C-FF2E-4E0F-8FDB-6831AFA1889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517765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9366" y="1371600"/>
            <a:ext cx="11796711" cy="4800600"/>
          </a:xfrm>
        </p:spPr>
        <p:txBody>
          <a:bodyPr anchor="b"/>
          <a:lstStyle>
            <a:lvl1pPr>
              <a:defRPr sz="9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549564" y="2962277"/>
            <a:ext cx="18516600" cy="14620875"/>
          </a:xfrm>
        </p:spPr>
        <p:txBody>
          <a:bodyPr/>
          <a:lstStyle>
            <a:lvl1pPr>
              <a:defRPr sz="9600"/>
            </a:lvl1pPr>
            <a:lvl2pPr>
              <a:defRPr sz="8400"/>
            </a:lvl2pPr>
            <a:lvl3pPr>
              <a:defRPr sz="7200"/>
            </a:lvl3pPr>
            <a:lvl4pPr>
              <a:defRPr sz="6000"/>
            </a:lvl4pPr>
            <a:lvl5pPr>
              <a:defRPr sz="6000"/>
            </a:lvl5pPr>
            <a:lvl6pPr>
              <a:defRPr sz="6000"/>
            </a:lvl6pPr>
            <a:lvl7pPr>
              <a:defRPr sz="6000"/>
            </a:lvl7pPr>
            <a:lvl8pPr>
              <a:defRPr sz="6000"/>
            </a:lvl8pPr>
            <a:lvl9pPr>
              <a:defRPr sz="6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19366" y="6172200"/>
            <a:ext cx="11796711" cy="11434764"/>
          </a:xfrm>
        </p:spPr>
        <p:txBody>
          <a:bodyPr/>
          <a:lstStyle>
            <a:lvl1pPr marL="0" indent="0">
              <a:buNone/>
              <a:defRPr sz="4800"/>
            </a:lvl1pPr>
            <a:lvl2pPr marL="1371600" indent="0">
              <a:buNone/>
              <a:defRPr sz="4200"/>
            </a:lvl2pPr>
            <a:lvl3pPr marL="2743200" indent="0">
              <a:buNone/>
              <a:defRPr sz="3600"/>
            </a:lvl3pPr>
            <a:lvl4pPr marL="4114800" indent="0">
              <a:buNone/>
              <a:defRPr sz="3000"/>
            </a:lvl4pPr>
            <a:lvl5pPr marL="5486400" indent="0">
              <a:buNone/>
              <a:defRPr sz="3000"/>
            </a:lvl5pPr>
            <a:lvl6pPr marL="6858000" indent="0">
              <a:buNone/>
              <a:defRPr sz="3000"/>
            </a:lvl6pPr>
            <a:lvl7pPr marL="8229600" indent="0">
              <a:buNone/>
              <a:defRPr sz="3000"/>
            </a:lvl7pPr>
            <a:lvl8pPr marL="9601200" indent="0">
              <a:buNone/>
              <a:defRPr sz="3000"/>
            </a:lvl8pPr>
            <a:lvl9pPr marL="10972800" indent="0">
              <a:buNone/>
              <a:defRPr sz="3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7B991E-6972-43E0-A382-22888D1CCB17}" type="datetimeFigureOut">
              <a:rPr lang="en-CA" smtClean="0"/>
              <a:t>2026-06-25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EA339C-FF2E-4E0F-8FDB-6831AFA1889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0797363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9366" y="1371600"/>
            <a:ext cx="11796711" cy="4800600"/>
          </a:xfrm>
        </p:spPr>
        <p:txBody>
          <a:bodyPr anchor="b"/>
          <a:lstStyle>
            <a:lvl1pPr>
              <a:defRPr sz="9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549564" y="2962277"/>
            <a:ext cx="18516600" cy="14620875"/>
          </a:xfrm>
        </p:spPr>
        <p:txBody>
          <a:bodyPr anchor="t"/>
          <a:lstStyle>
            <a:lvl1pPr marL="0" indent="0">
              <a:buNone/>
              <a:defRPr sz="9600"/>
            </a:lvl1pPr>
            <a:lvl2pPr marL="1371600" indent="0">
              <a:buNone/>
              <a:defRPr sz="8400"/>
            </a:lvl2pPr>
            <a:lvl3pPr marL="2743200" indent="0">
              <a:buNone/>
              <a:defRPr sz="7200"/>
            </a:lvl3pPr>
            <a:lvl4pPr marL="4114800" indent="0">
              <a:buNone/>
              <a:defRPr sz="6000"/>
            </a:lvl4pPr>
            <a:lvl5pPr marL="5486400" indent="0">
              <a:buNone/>
              <a:defRPr sz="6000"/>
            </a:lvl5pPr>
            <a:lvl6pPr marL="6858000" indent="0">
              <a:buNone/>
              <a:defRPr sz="6000"/>
            </a:lvl6pPr>
            <a:lvl7pPr marL="8229600" indent="0">
              <a:buNone/>
              <a:defRPr sz="6000"/>
            </a:lvl7pPr>
            <a:lvl8pPr marL="9601200" indent="0">
              <a:buNone/>
              <a:defRPr sz="6000"/>
            </a:lvl8pPr>
            <a:lvl9pPr marL="10972800" indent="0">
              <a:buNone/>
              <a:defRPr sz="6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19366" y="6172200"/>
            <a:ext cx="11796711" cy="11434764"/>
          </a:xfrm>
        </p:spPr>
        <p:txBody>
          <a:bodyPr/>
          <a:lstStyle>
            <a:lvl1pPr marL="0" indent="0">
              <a:buNone/>
              <a:defRPr sz="4800"/>
            </a:lvl1pPr>
            <a:lvl2pPr marL="1371600" indent="0">
              <a:buNone/>
              <a:defRPr sz="4200"/>
            </a:lvl2pPr>
            <a:lvl3pPr marL="2743200" indent="0">
              <a:buNone/>
              <a:defRPr sz="3600"/>
            </a:lvl3pPr>
            <a:lvl4pPr marL="4114800" indent="0">
              <a:buNone/>
              <a:defRPr sz="3000"/>
            </a:lvl4pPr>
            <a:lvl5pPr marL="5486400" indent="0">
              <a:buNone/>
              <a:defRPr sz="3000"/>
            </a:lvl5pPr>
            <a:lvl6pPr marL="6858000" indent="0">
              <a:buNone/>
              <a:defRPr sz="3000"/>
            </a:lvl6pPr>
            <a:lvl7pPr marL="8229600" indent="0">
              <a:buNone/>
              <a:defRPr sz="3000"/>
            </a:lvl7pPr>
            <a:lvl8pPr marL="9601200" indent="0">
              <a:buNone/>
              <a:defRPr sz="3000"/>
            </a:lvl8pPr>
            <a:lvl9pPr marL="10972800" indent="0">
              <a:buNone/>
              <a:defRPr sz="3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7B991E-6972-43E0-A382-22888D1CCB17}" type="datetimeFigureOut">
              <a:rPr lang="en-CA" smtClean="0"/>
              <a:t>2026-06-25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EA339C-FF2E-4E0F-8FDB-6831AFA1889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2678847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7B991E-6972-43E0-A382-22888D1CCB17}" type="datetimeFigureOut">
              <a:rPr lang="en-CA" smtClean="0"/>
              <a:t>2026-06-25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EA339C-FF2E-4E0F-8FDB-6831AFA1889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1407516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6174700" y="1095375"/>
            <a:ext cx="7886700" cy="1743551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14600" y="1095375"/>
            <a:ext cx="23202900" cy="1743551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7B991E-6972-43E0-A382-22888D1CCB17}" type="datetimeFigureOut">
              <a:rPr lang="en-CA" smtClean="0"/>
              <a:t>2026-06-25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EA339C-FF2E-4E0F-8FDB-6831AFA1889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0708009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14600" y="1095377"/>
            <a:ext cx="31546800" cy="397668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14600" y="5476875"/>
            <a:ext cx="31546800" cy="130540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514600" y="19069052"/>
            <a:ext cx="8229600" cy="10953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6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57B991E-6972-43E0-A382-22888D1CCB17}" type="datetimeFigureOut">
              <a:rPr lang="en-CA" smtClean="0"/>
              <a:t>2026-06-25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115800" y="19069052"/>
            <a:ext cx="12344400" cy="10953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6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5831800" y="19069052"/>
            <a:ext cx="8229600" cy="10953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6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0EA339C-FF2E-4E0F-8FDB-6831AFA1889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578268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2743200" rtl="0" eaLnBrk="1" latinLnBrk="0" hangingPunct="1">
        <a:lnSpc>
          <a:spcPct val="90000"/>
        </a:lnSpc>
        <a:spcBef>
          <a:spcPct val="0"/>
        </a:spcBef>
        <a:buNone/>
        <a:defRPr sz="13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685800" indent="-685800" algn="l" defTabSz="2743200" rtl="0" eaLnBrk="1" latinLnBrk="0" hangingPunct="1">
        <a:lnSpc>
          <a:spcPct val="90000"/>
        </a:lnSpc>
        <a:spcBef>
          <a:spcPts val="3000"/>
        </a:spcBef>
        <a:buFont typeface="Arial" panose="020B0604020202020204" pitchFamily="34" charset="0"/>
        <a:buChar char="•"/>
        <a:defRPr sz="8400" kern="1200">
          <a:solidFill>
            <a:schemeClr val="tx1"/>
          </a:solidFill>
          <a:latin typeface="+mn-lt"/>
          <a:ea typeface="+mn-ea"/>
          <a:cs typeface="+mn-cs"/>
        </a:defRPr>
      </a:lvl1pPr>
      <a:lvl2pPr marL="2057400" indent="-685800" algn="l" defTabSz="2743200" rtl="0" eaLnBrk="1" latinLnBrk="0" hangingPunct="1">
        <a:lnSpc>
          <a:spcPct val="90000"/>
        </a:lnSpc>
        <a:spcBef>
          <a:spcPts val="1500"/>
        </a:spcBef>
        <a:buFont typeface="Arial" panose="020B0604020202020204" pitchFamily="34" charset="0"/>
        <a:buChar char="•"/>
        <a:defRPr sz="7200" kern="1200">
          <a:solidFill>
            <a:schemeClr val="tx1"/>
          </a:solidFill>
          <a:latin typeface="+mn-lt"/>
          <a:ea typeface="+mn-ea"/>
          <a:cs typeface="+mn-cs"/>
        </a:defRPr>
      </a:lvl2pPr>
      <a:lvl3pPr marL="3429000" indent="-685800" algn="l" defTabSz="2743200" rtl="0" eaLnBrk="1" latinLnBrk="0" hangingPunct="1">
        <a:lnSpc>
          <a:spcPct val="90000"/>
        </a:lnSpc>
        <a:spcBef>
          <a:spcPts val="1500"/>
        </a:spcBef>
        <a:buFont typeface="Arial" panose="020B0604020202020204" pitchFamily="34" charset="0"/>
        <a:buChar char="•"/>
        <a:defRPr sz="6000" kern="1200">
          <a:solidFill>
            <a:schemeClr val="tx1"/>
          </a:solidFill>
          <a:latin typeface="+mn-lt"/>
          <a:ea typeface="+mn-ea"/>
          <a:cs typeface="+mn-cs"/>
        </a:defRPr>
      </a:lvl3pPr>
      <a:lvl4pPr marL="4800600" indent="-685800" algn="l" defTabSz="2743200" rtl="0" eaLnBrk="1" latinLnBrk="0" hangingPunct="1">
        <a:lnSpc>
          <a:spcPct val="90000"/>
        </a:lnSpc>
        <a:spcBef>
          <a:spcPts val="1500"/>
        </a:spcBef>
        <a:buFont typeface="Arial" panose="020B0604020202020204" pitchFamily="34" charset="0"/>
        <a:buChar char="•"/>
        <a:defRPr sz="5400" kern="1200">
          <a:solidFill>
            <a:schemeClr val="tx1"/>
          </a:solidFill>
          <a:latin typeface="+mn-lt"/>
          <a:ea typeface="+mn-ea"/>
          <a:cs typeface="+mn-cs"/>
        </a:defRPr>
      </a:lvl4pPr>
      <a:lvl5pPr marL="6172200" indent="-685800" algn="l" defTabSz="2743200" rtl="0" eaLnBrk="1" latinLnBrk="0" hangingPunct="1">
        <a:lnSpc>
          <a:spcPct val="90000"/>
        </a:lnSpc>
        <a:spcBef>
          <a:spcPts val="1500"/>
        </a:spcBef>
        <a:buFont typeface="Arial" panose="020B0604020202020204" pitchFamily="34" charset="0"/>
        <a:buChar char="•"/>
        <a:defRPr sz="5400" kern="1200">
          <a:solidFill>
            <a:schemeClr val="tx1"/>
          </a:solidFill>
          <a:latin typeface="+mn-lt"/>
          <a:ea typeface="+mn-ea"/>
          <a:cs typeface="+mn-cs"/>
        </a:defRPr>
      </a:lvl5pPr>
      <a:lvl6pPr marL="7543800" indent="-685800" algn="l" defTabSz="2743200" rtl="0" eaLnBrk="1" latinLnBrk="0" hangingPunct="1">
        <a:lnSpc>
          <a:spcPct val="90000"/>
        </a:lnSpc>
        <a:spcBef>
          <a:spcPts val="1500"/>
        </a:spcBef>
        <a:buFont typeface="Arial" panose="020B0604020202020204" pitchFamily="34" charset="0"/>
        <a:buChar char="•"/>
        <a:defRPr sz="5400" kern="1200">
          <a:solidFill>
            <a:schemeClr val="tx1"/>
          </a:solidFill>
          <a:latin typeface="+mn-lt"/>
          <a:ea typeface="+mn-ea"/>
          <a:cs typeface="+mn-cs"/>
        </a:defRPr>
      </a:lvl6pPr>
      <a:lvl7pPr marL="8915400" indent="-685800" algn="l" defTabSz="2743200" rtl="0" eaLnBrk="1" latinLnBrk="0" hangingPunct="1">
        <a:lnSpc>
          <a:spcPct val="90000"/>
        </a:lnSpc>
        <a:spcBef>
          <a:spcPts val="1500"/>
        </a:spcBef>
        <a:buFont typeface="Arial" panose="020B0604020202020204" pitchFamily="34" charset="0"/>
        <a:buChar char="•"/>
        <a:defRPr sz="5400" kern="1200">
          <a:solidFill>
            <a:schemeClr val="tx1"/>
          </a:solidFill>
          <a:latin typeface="+mn-lt"/>
          <a:ea typeface="+mn-ea"/>
          <a:cs typeface="+mn-cs"/>
        </a:defRPr>
      </a:lvl7pPr>
      <a:lvl8pPr marL="10287000" indent="-685800" algn="l" defTabSz="2743200" rtl="0" eaLnBrk="1" latinLnBrk="0" hangingPunct="1">
        <a:lnSpc>
          <a:spcPct val="90000"/>
        </a:lnSpc>
        <a:spcBef>
          <a:spcPts val="1500"/>
        </a:spcBef>
        <a:buFont typeface="Arial" panose="020B0604020202020204" pitchFamily="34" charset="0"/>
        <a:buChar char="•"/>
        <a:defRPr sz="5400" kern="1200">
          <a:solidFill>
            <a:schemeClr val="tx1"/>
          </a:solidFill>
          <a:latin typeface="+mn-lt"/>
          <a:ea typeface="+mn-ea"/>
          <a:cs typeface="+mn-cs"/>
        </a:defRPr>
      </a:lvl8pPr>
      <a:lvl9pPr marL="11658600" indent="-685800" algn="l" defTabSz="2743200" rtl="0" eaLnBrk="1" latinLnBrk="0" hangingPunct="1">
        <a:lnSpc>
          <a:spcPct val="90000"/>
        </a:lnSpc>
        <a:spcBef>
          <a:spcPts val="1500"/>
        </a:spcBef>
        <a:buFont typeface="Arial" panose="020B0604020202020204" pitchFamily="34" charset="0"/>
        <a:buChar char="•"/>
        <a:defRPr sz="5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743200" rtl="0" eaLnBrk="1" latinLnBrk="0" hangingPunct="1">
        <a:defRPr sz="5400" kern="1200">
          <a:solidFill>
            <a:schemeClr val="tx1"/>
          </a:solidFill>
          <a:latin typeface="+mn-lt"/>
          <a:ea typeface="+mn-ea"/>
          <a:cs typeface="+mn-cs"/>
        </a:defRPr>
      </a:lvl1pPr>
      <a:lvl2pPr marL="1371600" algn="l" defTabSz="2743200" rtl="0" eaLnBrk="1" latinLnBrk="0" hangingPunct="1">
        <a:defRPr sz="5400" kern="1200">
          <a:solidFill>
            <a:schemeClr val="tx1"/>
          </a:solidFill>
          <a:latin typeface="+mn-lt"/>
          <a:ea typeface="+mn-ea"/>
          <a:cs typeface="+mn-cs"/>
        </a:defRPr>
      </a:lvl2pPr>
      <a:lvl3pPr marL="2743200" algn="l" defTabSz="2743200" rtl="0" eaLnBrk="1" latinLnBrk="0" hangingPunct="1">
        <a:defRPr sz="5400" kern="1200">
          <a:solidFill>
            <a:schemeClr val="tx1"/>
          </a:solidFill>
          <a:latin typeface="+mn-lt"/>
          <a:ea typeface="+mn-ea"/>
          <a:cs typeface="+mn-cs"/>
        </a:defRPr>
      </a:lvl3pPr>
      <a:lvl4pPr marL="4114800" algn="l" defTabSz="2743200" rtl="0" eaLnBrk="1" latinLnBrk="0" hangingPunct="1">
        <a:defRPr sz="5400" kern="1200">
          <a:solidFill>
            <a:schemeClr val="tx1"/>
          </a:solidFill>
          <a:latin typeface="+mn-lt"/>
          <a:ea typeface="+mn-ea"/>
          <a:cs typeface="+mn-cs"/>
        </a:defRPr>
      </a:lvl4pPr>
      <a:lvl5pPr marL="5486400" algn="l" defTabSz="2743200" rtl="0" eaLnBrk="1" latinLnBrk="0" hangingPunct="1">
        <a:defRPr sz="5400" kern="1200">
          <a:solidFill>
            <a:schemeClr val="tx1"/>
          </a:solidFill>
          <a:latin typeface="+mn-lt"/>
          <a:ea typeface="+mn-ea"/>
          <a:cs typeface="+mn-cs"/>
        </a:defRPr>
      </a:lvl5pPr>
      <a:lvl6pPr marL="6858000" algn="l" defTabSz="2743200" rtl="0" eaLnBrk="1" latinLnBrk="0" hangingPunct="1">
        <a:defRPr sz="5400" kern="1200">
          <a:solidFill>
            <a:schemeClr val="tx1"/>
          </a:solidFill>
          <a:latin typeface="+mn-lt"/>
          <a:ea typeface="+mn-ea"/>
          <a:cs typeface="+mn-cs"/>
        </a:defRPr>
      </a:lvl6pPr>
      <a:lvl7pPr marL="8229600" algn="l" defTabSz="2743200" rtl="0" eaLnBrk="1" latinLnBrk="0" hangingPunct="1">
        <a:defRPr sz="5400" kern="1200">
          <a:solidFill>
            <a:schemeClr val="tx1"/>
          </a:solidFill>
          <a:latin typeface="+mn-lt"/>
          <a:ea typeface="+mn-ea"/>
          <a:cs typeface="+mn-cs"/>
        </a:defRPr>
      </a:lvl7pPr>
      <a:lvl8pPr marL="9601200" algn="l" defTabSz="2743200" rtl="0" eaLnBrk="1" latinLnBrk="0" hangingPunct="1">
        <a:defRPr sz="5400" kern="1200">
          <a:solidFill>
            <a:schemeClr val="tx1"/>
          </a:solidFill>
          <a:latin typeface="+mn-lt"/>
          <a:ea typeface="+mn-ea"/>
          <a:cs typeface="+mn-cs"/>
        </a:defRPr>
      </a:lvl8pPr>
      <a:lvl9pPr marL="10972800" algn="l" defTabSz="2743200" rtl="0" eaLnBrk="1" latinLnBrk="0" hangingPunct="1">
        <a:defRPr sz="5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F5024F87-0398-2431-F4DF-3884407CF1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532788"/>
            <a:ext cx="4983490" cy="605029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0ADF4A3-DD08-1A84-B133-B38B0BC52B6A}"/>
              </a:ext>
            </a:extLst>
          </p:cNvPr>
          <p:cNvSpPr txBox="1"/>
          <p:nvPr/>
        </p:nvSpPr>
        <p:spPr>
          <a:xfrm>
            <a:off x="1117600" y="7035800"/>
            <a:ext cx="5346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b="1" dirty="0"/>
              <a:t>Temporal Input to the Model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848FEE0-0238-B1F3-6BB0-78215BE2FDA8}"/>
              </a:ext>
            </a:extLst>
          </p:cNvPr>
          <p:cNvSpPr/>
          <p:nvPr/>
        </p:nvSpPr>
        <p:spPr>
          <a:xfrm>
            <a:off x="4629150" y="7835899"/>
            <a:ext cx="127000" cy="528002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F9EB8533-C5EC-28B5-38E7-E63D948425BF}"/>
              </a:ext>
            </a:extLst>
          </p:cNvPr>
          <p:cNvCxnSpPr>
            <a:cxnSpLocks/>
            <a:endCxn id="16" idx="1"/>
          </p:cNvCxnSpPr>
          <p:nvPr/>
        </p:nvCxnSpPr>
        <p:spPr>
          <a:xfrm flipV="1">
            <a:off x="4756150" y="3091369"/>
            <a:ext cx="3067272" cy="474453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5738DBEF-CE97-FCE3-80C4-C2E11050EF00}"/>
              </a:ext>
            </a:extLst>
          </p:cNvPr>
          <p:cNvSpPr txBox="1"/>
          <p:nvPr/>
        </p:nvSpPr>
        <p:spPr>
          <a:xfrm>
            <a:off x="8717643" y="1460500"/>
            <a:ext cx="9133013" cy="9387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5500" dirty="0"/>
              <a:t>Distance-Based Interpolators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2BF1C83F-193F-5227-4541-98F6196E18BF}"/>
              </a:ext>
            </a:extLst>
          </p:cNvPr>
          <p:cNvSpPr/>
          <p:nvPr/>
        </p:nvSpPr>
        <p:spPr>
          <a:xfrm>
            <a:off x="7823422" y="2399219"/>
            <a:ext cx="2971800" cy="13843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Usable Input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66448F33-2018-F37E-A0D1-3B6FD68CB441}"/>
              </a:ext>
            </a:extLst>
          </p:cNvPr>
          <p:cNvSpPr/>
          <p:nvPr/>
        </p:nvSpPr>
        <p:spPr>
          <a:xfrm>
            <a:off x="12655886" y="2399219"/>
            <a:ext cx="2438400" cy="11811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Produced Spatial Estimate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EE7D8265-DE36-5F14-56E6-783E5BE255E2}"/>
              </a:ext>
            </a:extLst>
          </p:cNvPr>
          <p:cNvSpPr/>
          <p:nvPr/>
        </p:nvSpPr>
        <p:spPr>
          <a:xfrm>
            <a:off x="16954950" y="2728670"/>
            <a:ext cx="2882094" cy="6477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Evaluate The Estimate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1100C7FF-F15F-F278-4890-2CA12A819F6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62300" y="3944931"/>
            <a:ext cx="4572009" cy="7315215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81AC87A0-7B4D-C230-C52E-84F01962042B}"/>
              </a:ext>
            </a:extLst>
          </p:cNvPr>
          <p:cNvSpPr txBox="1"/>
          <p:nvPr/>
        </p:nvSpPr>
        <p:spPr>
          <a:xfrm>
            <a:off x="10965543" y="12319000"/>
            <a:ext cx="9133013" cy="9387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5500" dirty="0"/>
              <a:t>Distance-Based Interpolators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EDB6DF06-C153-35E4-DDBB-90D1AC321F9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85614" y="4079104"/>
            <a:ext cx="4447417" cy="6907367"/>
          </a:xfrm>
          <a:prstGeom prst="rect">
            <a:avLst/>
          </a:prstGeom>
        </p:spPr>
      </p:pic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5BF77BC4-00B9-8A1B-00A2-7315655CD39D}"/>
              </a:ext>
            </a:extLst>
          </p:cNvPr>
          <p:cNvSpPr/>
          <p:nvPr/>
        </p:nvSpPr>
        <p:spPr>
          <a:xfrm>
            <a:off x="8083868" y="13993586"/>
            <a:ext cx="2438400" cy="152159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Produce Simulation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9B12D3F-F5A1-3DA3-66ED-2B7A45B8FB9B}"/>
              </a:ext>
            </a:extLst>
          </p:cNvPr>
          <p:cNvSpPr txBox="1"/>
          <p:nvPr/>
        </p:nvSpPr>
        <p:spPr>
          <a:xfrm>
            <a:off x="11020674" y="16679562"/>
            <a:ext cx="186486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CA" dirty="0"/>
              <a:t>Initial Parameter </a:t>
            </a:r>
          </a:p>
          <a:p>
            <a:pPr algn="ctr"/>
            <a:r>
              <a:rPr lang="en-CA" dirty="0"/>
              <a:t>Estimate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45C8A097-867D-478D-E403-2C5D8BBE3610}"/>
              </a:ext>
            </a:extLst>
          </p:cNvPr>
          <p:cNvCxnSpPr>
            <a:cxnSpLocks/>
            <a:stCxn id="27" idx="0"/>
          </p:cNvCxnSpPr>
          <p:nvPr/>
        </p:nvCxnSpPr>
        <p:spPr>
          <a:xfrm flipH="1" flipV="1">
            <a:off x="10488348" y="14996003"/>
            <a:ext cx="1464761" cy="168355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C0AEF2E5-669B-E8E1-2141-7E34CBE35A55}"/>
              </a:ext>
            </a:extLst>
          </p:cNvPr>
          <p:cNvCxnSpPr>
            <a:cxnSpLocks/>
          </p:cNvCxnSpPr>
          <p:nvPr/>
        </p:nvCxnSpPr>
        <p:spPr>
          <a:xfrm>
            <a:off x="4886325" y="13115924"/>
            <a:ext cx="13985875" cy="93871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5B4D87AA-DC0D-ABB9-C02A-114D11032573}"/>
              </a:ext>
            </a:extLst>
          </p:cNvPr>
          <p:cNvSpPr/>
          <p:nvPr/>
        </p:nvSpPr>
        <p:spPr>
          <a:xfrm>
            <a:off x="13875086" y="14020712"/>
            <a:ext cx="1987214" cy="149592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Sample</a:t>
            </a:r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57F5727E-BF27-97EA-FECA-BB06FB278735}"/>
              </a:ext>
            </a:extLst>
          </p:cNvPr>
          <p:cNvSpPr/>
          <p:nvPr/>
        </p:nvSpPr>
        <p:spPr>
          <a:xfrm>
            <a:off x="18757900" y="13993586"/>
            <a:ext cx="2438400" cy="152159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Compare Sample to Provided Input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A766DDD9-9A28-5C62-C748-02D4632515A9}"/>
              </a:ext>
            </a:extLst>
          </p:cNvPr>
          <p:cNvSpPr txBox="1"/>
          <p:nvPr/>
        </p:nvSpPr>
        <p:spPr>
          <a:xfrm>
            <a:off x="13417868" y="16494896"/>
            <a:ext cx="29295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/>
              <a:t>Update Parameter Estimate</a:t>
            </a:r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729884B4-8B4F-9004-4FC4-DA64DE78729B}"/>
              </a:ext>
            </a:extLst>
          </p:cNvPr>
          <p:cNvCxnSpPr>
            <a:stCxn id="36" idx="2"/>
            <a:endCxn id="40" idx="3"/>
          </p:cNvCxnSpPr>
          <p:nvPr/>
        </p:nvCxnSpPr>
        <p:spPr>
          <a:xfrm flipH="1">
            <a:off x="16347388" y="15515182"/>
            <a:ext cx="3629712" cy="116438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96BB6446-9FC8-2823-B150-4B20E43FC9B7}"/>
              </a:ext>
            </a:extLst>
          </p:cNvPr>
          <p:cNvCxnSpPr>
            <a:stCxn id="40" idx="1"/>
          </p:cNvCxnSpPr>
          <p:nvPr/>
        </p:nvCxnSpPr>
        <p:spPr>
          <a:xfrm flipH="1" flipV="1">
            <a:off x="10528936" y="14941278"/>
            <a:ext cx="2888932" cy="173828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059DF914-6D00-6A3A-A8BD-0792AA71E9A1}"/>
              </a:ext>
            </a:extLst>
          </p:cNvPr>
          <p:cNvCxnSpPr>
            <a:stCxn id="26" idx="3"/>
            <a:endCxn id="35" idx="1"/>
          </p:cNvCxnSpPr>
          <p:nvPr/>
        </p:nvCxnSpPr>
        <p:spPr>
          <a:xfrm>
            <a:off x="10522268" y="14754384"/>
            <a:ext cx="3352818" cy="1429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9D041CAF-8694-8777-FAC2-BD2CE88B6307}"/>
              </a:ext>
            </a:extLst>
          </p:cNvPr>
          <p:cNvCxnSpPr>
            <a:stCxn id="35" idx="3"/>
            <a:endCxn id="36" idx="1"/>
          </p:cNvCxnSpPr>
          <p:nvPr/>
        </p:nvCxnSpPr>
        <p:spPr>
          <a:xfrm flipV="1">
            <a:off x="15862300" y="14754384"/>
            <a:ext cx="2895600" cy="1429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Rectangle: Rounded Corners 53">
            <a:extLst>
              <a:ext uri="{FF2B5EF4-FFF2-40B4-BE49-F238E27FC236}">
                <a16:creationId xmlns:a16="http://schemas.microsoft.com/office/drawing/2014/main" id="{5CC94662-4C0D-618E-DFBC-31AB0415E837}"/>
              </a:ext>
            </a:extLst>
          </p:cNvPr>
          <p:cNvSpPr/>
          <p:nvPr/>
        </p:nvSpPr>
        <p:spPr>
          <a:xfrm>
            <a:off x="23221950" y="14054643"/>
            <a:ext cx="2743200" cy="152159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Extract spatial Estimate</a:t>
            </a:r>
          </a:p>
        </p:txBody>
      </p:sp>
      <p:sp>
        <p:nvSpPr>
          <p:cNvPr id="55" name="Rectangle: Rounded Corners 54">
            <a:extLst>
              <a:ext uri="{FF2B5EF4-FFF2-40B4-BE49-F238E27FC236}">
                <a16:creationId xmlns:a16="http://schemas.microsoft.com/office/drawing/2014/main" id="{D190532C-97EA-D131-43BA-7FE5E1324158}"/>
              </a:ext>
            </a:extLst>
          </p:cNvPr>
          <p:cNvSpPr/>
          <p:nvPr/>
        </p:nvSpPr>
        <p:spPr>
          <a:xfrm>
            <a:off x="27584400" y="14054643"/>
            <a:ext cx="2247582" cy="172298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Evaluate Spatial Estimate</a:t>
            </a:r>
          </a:p>
        </p:txBody>
      </p:sp>
    </p:spTree>
    <p:extLst>
      <p:ext uri="{BB962C8B-B14F-4D97-AF65-F5344CB8AC3E}">
        <p14:creationId xmlns:p14="http://schemas.microsoft.com/office/powerpoint/2010/main" val="34905360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129</TotalTime>
  <Words>37</Words>
  <Application>Microsoft Office PowerPoint</Application>
  <PresentationFormat>Custom</PresentationFormat>
  <Paragraphs>14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Joshua Chapman</dc:creator>
  <cp:lastModifiedBy>Joshua Chapman</cp:lastModifiedBy>
  <cp:revision>2</cp:revision>
  <dcterms:created xsi:type="dcterms:W3CDTF">2026-06-25T19:12:47Z</dcterms:created>
  <dcterms:modified xsi:type="dcterms:W3CDTF">2026-06-25T21:22:11Z</dcterms:modified>
</cp:coreProperties>
</file>